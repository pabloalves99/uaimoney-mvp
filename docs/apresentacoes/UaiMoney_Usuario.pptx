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a31c803dd4aec" /><Relationship Type="http://schemas.openxmlformats.org/officeDocument/2006/relationships/extended-properties" Target="/docProps/app.xml" Id="Rf7d6ad0545b04ff0" /><Relationship Type="http://schemas.openxmlformats.org/officeDocument/2006/relationships/officeDocument" Target="/ppt/presentation.xml" Id="Rc5aaf13c0387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fbaa8fda44252"/>
  </p:sldMasterIdLst>
  <p:notesMasterIdLst>
    <p:notesMasterId xmlns:r="http://schemas.openxmlformats.org/officeDocument/2006/relationships" r:id="R0fb3583ef64f4ff4"/>
  </p:notesMasterIdLst>
  <p:sldIdLst>
    <p:sldId xmlns:r="http://schemas.openxmlformats.org/officeDocument/2006/relationships" id="256" r:id="R4fd8d1ed32b44b3d"/>
    <p:sldId xmlns:r="http://schemas.openxmlformats.org/officeDocument/2006/relationships" id="257" r:id="R3dfe928455404327"/>
    <p:sldId xmlns:r="http://schemas.openxmlformats.org/officeDocument/2006/relationships" id="258" r:id="R07356e252faf46f9"/>
    <p:sldId xmlns:r="http://schemas.openxmlformats.org/officeDocument/2006/relationships" id="259" r:id="R915c95ed8b6f425a"/>
    <p:sldId xmlns:r="http://schemas.openxmlformats.org/officeDocument/2006/relationships" id="260" r:id="R00b75c8983f1446a"/>
    <p:sldId xmlns:r="http://schemas.openxmlformats.org/officeDocument/2006/relationships" id="261" r:id="R12e983fb59db4b07"/>
    <p:sldId xmlns:r="http://schemas.openxmlformats.org/officeDocument/2006/relationships" id="262" r:id="R8cf4e49fa95a4442"/>
    <p:sldId xmlns:r="http://schemas.openxmlformats.org/officeDocument/2006/relationships" id="263" r:id="R14f989e72a0f416e"/>
    <p:sldId xmlns:r="http://schemas.openxmlformats.org/officeDocument/2006/relationships" id="264" r:id="Rdf795532b96f4346"/>
    <p:sldId xmlns:r="http://schemas.openxmlformats.org/officeDocument/2006/relationships" id="265" r:id="R1f07e98e6a4f4a66"/>
    <p:sldId xmlns:r="http://schemas.openxmlformats.org/officeDocument/2006/relationships" id="266" r:id="R277369360d1542bb"/>
    <p:sldId xmlns:r="http://schemas.openxmlformats.org/officeDocument/2006/relationships" id="267" r:id="R8948ffd04a9d4e42"/>
    <p:sldId xmlns:r="http://schemas.openxmlformats.org/officeDocument/2006/relationships" id="268" r:id="Rc93a386cdc8a4fb2"/>
    <p:sldId xmlns:r="http://schemas.openxmlformats.org/officeDocument/2006/relationships" id="269" r:id="Radf4d7746fb94c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9857692de4e85" /><Relationship Type="http://schemas.openxmlformats.org/officeDocument/2006/relationships/slideMaster" Target="/ppt/slideMasters/slideMaster1.xml" Id="R68afbaa8fda44252" /><Relationship Type="http://schemas.openxmlformats.org/officeDocument/2006/relationships/notesMaster" Target="/ppt/notesMasters/notesMaster1.xml" Id="R0fb3583ef64f4ff4" /><Relationship Type="http://schemas.openxmlformats.org/officeDocument/2006/relationships/presProps" Target="/ppt/presProps.xml" Id="R786d8e3988be4a7a" /><Relationship Type="http://schemas.openxmlformats.org/officeDocument/2006/relationships/tableStyles" Target="/ppt/tableStyles.xml" Id="R032caf8b81754206" /><Relationship Type="http://schemas.openxmlformats.org/officeDocument/2006/relationships/slide" Target="/ppt/slides/slide1.xml" Id="R4fd8d1ed32b44b3d" /><Relationship Type="http://schemas.openxmlformats.org/officeDocument/2006/relationships/slide" Target="/ppt/slides/slide2.xml" Id="R3dfe928455404327" /><Relationship Type="http://schemas.openxmlformats.org/officeDocument/2006/relationships/slide" Target="/ppt/slides/slide3.xml" Id="R07356e252faf46f9" /><Relationship Type="http://schemas.openxmlformats.org/officeDocument/2006/relationships/slide" Target="/ppt/slides/slide4.xml" Id="R915c95ed8b6f425a" /><Relationship Type="http://schemas.openxmlformats.org/officeDocument/2006/relationships/slide" Target="/ppt/slides/slide5.xml" Id="R00b75c8983f1446a" /><Relationship Type="http://schemas.openxmlformats.org/officeDocument/2006/relationships/slide" Target="/ppt/slides/slide6.xml" Id="R12e983fb59db4b07" /><Relationship Type="http://schemas.openxmlformats.org/officeDocument/2006/relationships/slide" Target="/ppt/slides/slide7.xml" Id="R8cf4e49fa95a4442" /><Relationship Type="http://schemas.openxmlformats.org/officeDocument/2006/relationships/slide" Target="/ppt/slides/slide8.xml" Id="R14f989e72a0f416e" /><Relationship Type="http://schemas.openxmlformats.org/officeDocument/2006/relationships/slide" Target="/ppt/slides/slide9.xml" Id="Rdf795532b96f4346" /><Relationship Type="http://schemas.openxmlformats.org/officeDocument/2006/relationships/slide" Target="/ppt/slides/slide10.xml" Id="R1f07e98e6a4f4a66" /><Relationship Type="http://schemas.openxmlformats.org/officeDocument/2006/relationships/slide" Target="/ppt/slides/slide11.xml" Id="R277369360d1542bb" /><Relationship Type="http://schemas.openxmlformats.org/officeDocument/2006/relationships/slide" Target="/ppt/slides/slide12.xml" Id="R8948ffd04a9d4e42" /><Relationship Type="http://schemas.openxmlformats.org/officeDocument/2006/relationships/slide" Target="/ppt/slides/slide13.xml" Id="Rc93a386cdc8a4fb2" /><Relationship Type="http://schemas.openxmlformats.org/officeDocument/2006/relationships/slide" Target="/ppt/slides/slide14.xml" Id="Radf4d7746fb94c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7e66f2d2245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f3db85fb248c6" /><Relationship Type="http://schemas.openxmlformats.org/officeDocument/2006/relationships/notesMaster" Target="/ppt/notesMasters/notesMaster1.xml" Id="R5c9d49f882df46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7c443efdb4199" /><Relationship Type="http://schemas.openxmlformats.org/officeDocument/2006/relationships/notesMaster" Target="/ppt/notesMasters/notesMaster1.xml" Id="R77bd1598982e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a2f0fc9f5410b" /><Relationship Type="http://schemas.openxmlformats.org/officeDocument/2006/relationships/notesMaster" Target="/ppt/notesMasters/notesMaster1.xml" Id="R8ee5167c6ad444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4a1aa82a944614" /><Relationship Type="http://schemas.openxmlformats.org/officeDocument/2006/relationships/notesMaster" Target="/ppt/notesMasters/notesMaster1.xml" Id="R3b9c297c3e7b4f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a976fb3d04b36" /><Relationship Type="http://schemas.openxmlformats.org/officeDocument/2006/relationships/notesMaster" Target="/ppt/notesMasters/notesMaster1.xml" Id="Rfb361947a2764e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ed6621ab4489f" /><Relationship Type="http://schemas.openxmlformats.org/officeDocument/2006/relationships/notesMaster" Target="/ppt/notesMasters/notesMaster1.xml" Id="R5d9d52fa7134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2b974dd6b4337" /><Relationship Type="http://schemas.openxmlformats.org/officeDocument/2006/relationships/notesMaster" Target="/ppt/notesMasters/notesMaster1.xml" Id="Re0dd191fd74d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9c1de2c470408c" /><Relationship Type="http://schemas.openxmlformats.org/officeDocument/2006/relationships/notesMaster" Target="/ppt/notesMasters/notesMaster1.xml" Id="Rac3340d68bea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6b6d32d9d4e21" /><Relationship Type="http://schemas.openxmlformats.org/officeDocument/2006/relationships/notesMaster" Target="/ppt/notesMasters/notesMaster1.xml" Id="Re85d65de51ec47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6c7e40acfa4b03" /><Relationship Type="http://schemas.openxmlformats.org/officeDocument/2006/relationships/notesMaster" Target="/ppt/notesMasters/notesMaster1.xml" Id="R05ac7cc90f9e49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a8779ffdbb48bb" /><Relationship Type="http://schemas.openxmlformats.org/officeDocument/2006/relationships/notesMaster" Target="/ppt/notesMasters/notesMaster1.xml" Id="R23ff2a9cd78e40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3ce36fe7047a2" /><Relationship Type="http://schemas.openxmlformats.org/officeDocument/2006/relationships/notesMaster" Target="/ppt/notesMasters/notesMaster1.xml" Id="Re4065c285bd8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c30e2f721a4cb2" /><Relationship Type="http://schemas.openxmlformats.org/officeDocument/2006/relationships/notesMaster" Target="/ppt/notesMasters/notesMaster1.xml" Id="Ra923ac13eb5342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f4af22e06b4424" /><Relationship Type="http://schemas.openxmlformats.org/officeDocument/2006/relationships/notesMaster" Target="/ppt/notesMasters/notesMaster1.xml" Id="R6a29f811e9e649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afcee917e4a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6665ca58c417d" /><Relationship Type="http://schemas.openxmlformats.org/officeDocument/2006/relationships/slideLayout" Target="/ppt/slideLayouts/slideLayout1.xml" Id="R13a0e3097007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0e3097007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8ab4dbbe4e5b" /><Relationship Type="http://schemas.openxmlformats.org/officeDocument/2006/relationships/notesSlide" Target="/ppt/notesSlides/notesSlide1.xml" Id="Re0e3dbcead6d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3108001354a84" /><Relationship Type="http://schemas.openxmlformats.org/officeDocument/2006/relationships/notesSlide" Target="/ppt/notesSlides/notesSlide2.xml" Id="Rd4630118682e4f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7d451e66648af" /><Relationship Type="http://schemas.openxmlformats.org/officeDocument/2006/relationships/notesSlide" Target="/ppt/notesSlides/notesSlide3.xml" Id="R2c5a122c09c9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55f24ec6a4015" /><Relationship Type="http://schemas.openxmlformats.org/officeDocument/2006/relationships/notesSlide" Target="/ppt/notesSlides/notesSlide4.xml" Id="Rd0281505ecae47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d61152654b6b" /><Relationship Type="http://schemas.openxmlformats.org/officeDocument/2006/relationships/notesSlide" Target="/ppt/notesSlides/notesSlide5.xml" Id="Rb7e9f41ac85649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364edae94831" /><Relationship Type="http://schemas.openxmlformats.org/officeDocument/2006/relationships/notesSlide" Target="/ppt/notesSlides/notesSlide6.xml" Id="Ra3dd3070cbc641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20bf316f248cd" /><Relationship Type="http://schemas.openxmlformats.org/officeDocument/2006/relationships/notesSlide" Target="/ppt/notesSlides/notesSlide7.xml" Id="R72f6c23d4b9d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a7c2287af4e28" /><Relationship Type="http://schemas.openxmlformats.org/officeDocument/2006/relationships/notesSlide" Target="/ppt/notesSlides/notesSlide8.xml" Id="R2b19bc5c150141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f84afb44a4499" /><Relationship Type="http://schemas.openxmlformats.org/officeDocument/2006/relationships/notesSlide" Target="/ppt/notesSlides/notesSlide9.xml" Id="Rfb20279d30444b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19957303d44f9" /><Relationship Type="http://schemas.openxmlformats.org/officeDocument/2006/relationships/notesSlide" Target="/ppt/notesSlides/notesSlide10.xml" Id="R0b4703bcbdf947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1c92b58aa4721" /><Relationship Type="http://schemas.openxmlformats.org/officeDocument/2006/relationships/notesSlide" Target="/ppt/notesSlides/notesSlide11.xml" Id="R3d87b80ed1604f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1683fb6443cd" /><Relationship Type="http://schemas.openxmlformats.org/officeDocument/2006/relationships/notesSlide" Target="/ppt/notesSlides/notesSlide12.xml" Id="Ra7742aba1ad84b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6078ffd0743e5" /><Relationship Type="http://schemas.openxmlformats.org/officeDocument/2006/relationships/notesSlide" Target="/ppt/notesSlides/notesSlide13.xml" Id="Re9faa81b9f1345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9e475b1d142ae" /><Relationship Type="http://schemas.openxmlformats.org/officeDocument/2006/relationships/notesSlide" Target="/ppt/notesSlides/notesSlide14.xml" Id="Rb55a2411a76d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3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36FB5-1F7A-4199-8A36-FBAB4DFD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UaiMoney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00847-C3D2-4439-967C-B99C1DA7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Seu controle financeiro pessoal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59EB-16DF-4E8C-97C8-2066C84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Apresentação para quem vai usar</a:t>
            </a:r>
          </a:p>
          <a:p xmlns:a="http://schemas.openxmlformats.org/drawingml/2006/main">
            <a:pPr>
              <a:defRPr sz="202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MVP local / Setembro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74DA2-A4B0-4BC0-9384-10D971B9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Guia do usuário    /    01</a:t>
            </a:r>
          </a:p>
        </p:txBody>
      </p:sp>
    </p:spTree>
    <p:extLst>
      <p:ext uri="{BB962C8B-B14F-4D97-AF65-F5344CB8AC3E}">
        <p14:creationId xmlns:p14="http://schemas.microsoft.com/office/powerpoint/2010/main" val="450633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9E04D-F65E-4011-8033-463AEBF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Tudo em uma rotina financeira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35EBA-B7F0-4E00-8AAB-1591E92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Organização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4B428-EC5F-47BB-BE95-9B26D78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Contas, categorias e lançamentos mostram onde o dinheiro entra e 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9FAD-445E-4069-9D4B-2E23269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Compromissos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ECC4C-02DB-4DF8-AB8D-E33F95E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Parcelamentos, recorrências e faturas ajudam a acompanhar o que ainda vence.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6B081-F2BB-4C58-AECD-C7549B9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80CAD-C52E-4C80-AEF1-E360EA5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Orçamento e análises ajudam a comparar o mês com o que você planejou.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30213-B4F9-49ED-A275-CC3C1FC5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02</a:t>
            </a:r>
          </a:p>
        </p:txBody>
      </p:sp>
    </p:spTree>
    <p:extLst>
      <p:ext uri="{BB962C8B-B14F-4D97-AF65-F5344CB8AC3E}">
        <p14:creationId xmlns:p14="http://schemas.microsoft.com/office/powerpoint/2010/main" val="824107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2A7C4-F441-41C5-B096-34616635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Primeiro acesso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D7157-1941-4D83-A94C-772CFE5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01  Cadastro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D1750-6989-405D-A28B-02EC5400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Crie sua conta e entre com seu usuário. Cada pessoa acessa seus próprios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AFA30-3270-48B7-BD3A-EA388138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02  Estrutura inicial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8A05-37CF-44A9-A9BD-77EBFDB6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Cadastre uma conta com saldo e data inicial. Use as categorias sugeridas ou organize as suas.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84672-57E7-41E4-AC39-53F8E3F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03  Primeiro lançamento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F0093-25D7-4561-861B-76E47CB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Registre uma receita ou despesa e confira o resultado na visão geral.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ADC0A-07BA-45E2-A070-8D4DCAAF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03</a:t>
            </a:r>
          </a:p>
        </p:txBody>
      </p:sp>
    </p:spTree>
    <p:extLst>
      <p:ext uri="{BB962C8B-B14F-4D97-AF65-F5344CB8AC3E}">
        <p14:creationId xmlns:p14="http://schemas.microsoft.com/office/powerpoint/2010/main" val="728522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3D1E4-D17B-4D9C-BF68-88B4E9A3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Contas e categorias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25D15-457A-4A00-AB3E-73F06EA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Contas financeiras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767D9-8F1B-464C-B9FB-F84B1A1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Acompanhe saldo inicial, saldo atual e extrato. Saldos iniciais negativos também são aceitos.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9E9E-1C6C-4CBF-BAF2-E46556E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Categorias e subcategorias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CFC82-F1C0-42F0-ADB3-82C895B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Separe receitas e despesas conforme sua rotina, como Renda, Moradia e Alimentação.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8CB5C-7D80-4C77-BFC6-93479BD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Histórico preservado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B732C-EE6E-40FC-BEF5-C6ABD180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Contas sem saldo podem ser desativadas e reativadas. Categorias usam desativação lógica.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0D18E-ABDF-4984-B888-BB2D8691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04</a:t>
            </a:r>
          </a:p>
        </p:txBody>
      </p:sp>
    </p:spTree>
    <p:extLst>
      <p:ext uri="{BB962C8B-B14F-4D97-AF65-F5344CB8AC3E}">
        <p14:creationId xmlns:p14="http://schemas.microsoft.com/office/powerpoint/2010/main" val="1935027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E26CD-19F5-4AA7-87C9-C89C97D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Receitas e despesas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A39FF-31E4-4447-A325-E4A0ACE6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CB98F-58ED-43AD-A2BB-CA67ECF4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Informe descrição, valor, categoria, datas e situação. Ao realizar o lançamento, informe a conta.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F4459-136B-4903-A3AE-B91E6BB6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7E3C-9461-44FF-A21E-D89452F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Busque por descrição, aplique filtros e consulte os detalhes e a origem de cada registro.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675D5-07E1-4F1D-B207-F6183821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Ações do dia a 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62ECC-1361-4B9D-9E5F-0725D52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Edite ou cancele pendências, confirme recebimentos e pagamentos e duplique como nova pendência.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CBB12-119E-4F57-AF85-D0E7B5C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05</a:t>
            </a:r>
          </a:p>
        </p:txBody>
      </p:sp>
    </p:spTree>
    <p:extLst>
      <p:ext uri="{BB962C8B-B14F-4D97-AF65-F5344CB8AC3E}">
        <p14:creationId xmlns:p14="http://schemas.microsoft.com/office/powerpoint/2010/main" val="1235141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FB5A-B2EA-4BC6-87B0-0E99EBB6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Parcelamentos e recorrências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20F8-E8E2-4248-A97D-F033E424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Compra parcelada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79F7A-4DFA-44FD-B64F-715D7838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Divida uma compra em parcelas com vencimentos próprios e distribuição exata dos centavos.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C520C-A9C3-4C88-AAD2-302EB613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Despesa recorrente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EC019-B6DB-482A-A710-B4CB244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Cadastre compromissos repetidos. É possível pausar, retomar, encerrar e editar os próximos lançamentos.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A352A-C5C0-466F-8D2C-941CC021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Processamento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59E87-17E1-42EB-8996-4E25FBC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Use o botão de processamento em Recorrências. Repetir o processamento não deve gerar a mesma ocorrência.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DB2EB-141C-4358-B292-1B10D47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06</a:t>
            </a:r>
          </a:p>
        </p:txBody>
      </p:sp>
    </p:spTree>
    <p:extLst>
      <p:ext uri="{BB962C8B-B14F-4D97-AF65-F5344CB8AC3E}">
        <p14:creationId xmlns:p14="http://schemas.microsoft.com/office/powerpoint/2010/main" val="1567338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BE182-CA01-4D4B-AD7E-4AA228E9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Cartões de crédito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723A2-04F1-4CD8-A404-0942401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Cadastro do cartão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23685-675C-49B4-BCF6-A184E03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Informe limite, fechamento, vencimento e conta padrão de pagamento.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A6987-6CF5-4AE9-838A-F801D11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Compras simples ou parceladas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9732C-E391-4B37-AC31-0EF3581E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Registre a compra no fluxo de cartões. Cada parcela fica vinculada à sua fatura.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2C90B-33FC-4DFE-987F-A155BA7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Limite e próximas faturas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B094C-D7F6-451B-821D-56ECC6B4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Acompanhe valores utilizados e disponíveis. O sistema sinaliza quando o limite está excedido.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61058-C65A-405A-8B7F-984C98EE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07</a:t>
            </a:r>
          </a:p>
        </p:txBody>
      </p:sp>
    </p:spTree>
    <p:extLst>
      <p:ext uri="{BB962C8B-B14F-4D97-AF65-F5344CB8AC3E}">
        <p14:creationId xmlns:p14="http://schemas.microsoft.com/office/powerpoint/2010/main" val="1219016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C8165-2750-494D-8A20-A4863E10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Faturas e pagamentos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E0009-1220-463E-9A57-A9E7A5BB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9A6D2-7B1A-47E7-95FB-C6079DD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Consulte compras, histórico e vencimentos. O fechamento é manual.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1C7F-F514-41F9-8EB0-6A4665FF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Pagamento integral ou parcial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0AA44-69E6-49EF-99D3-8E980E3F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Escolha a conta de pagamento. O saldo da conta diminui e o pagamento libera limite do cartão.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4829-949D-4775-81AB-295F45E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Gasto e pagamento separados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A0CE3-95FA-4CCB-BB0D-C6136F24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 compra aparece nos gastos por categoria. Pagar a fatura não cria uma segunda despesa.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D5171-11E3-4198-B824-F6264D0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08</a:t>
            </a:r>
          </a:p>
        </p:txBody>
      </p:sp>
    </p:spTree>
    <p:extLst>
      <p:ext uri="{BB962C8B-B14F-4D97-AF65-F5344CB8AC3E}">
        <p14:creationId xmlns:p14="http://schemas.microsoft.com/office/powerpoint/2010/main" val="1057721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23906-6728-4E54-9266-B593B1DE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Transferências e correções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3742-31E9-4EBE-8952-BE2A94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Entre suas contas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600EF-B2BC-4A82-8D6D-B653409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Transfira valores entre contas sem aumentar suas receitas ou despesas.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9473-F3AA-4B13-8175-8451193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Conferência de saldo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21D2E-CC4C-439C-BF1E-91A0AA8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Compare com seu extrato e registre um ajuste identificado quando necessário.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A8B13-EBF4-4C09-9424-0190332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Estorno e crédito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A0909-970D-48D0-A032-BD6E2202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Faça estorno total ou parcial, preservando o original. Créditos em faturas podem seguir para outra fatura.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505CB-8AA8-483F-A99C-8545399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09</a:t>
            </a:r>
          </a:p>
        </p:txBody>
      </p:sp>
    </p:spTree>
    <p:extLst>
      <p:ext uri="{BB962C8B-B14F-4D97-AF65-F5344CB8AC3E}">
        <p14:creationId xmlns:p14="http://schemas.microsoft.com/office/powerpoint/2010/main" val="3027739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B0867-808B-49AB-B366-0488061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Planejamento mensal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CD14-F768-4EF6-983F-39B4163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Limite por categoria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51560-B6EA-4695-9AEA-34B0D71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Defina quanto pretende gastar no mês em cada categoria.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46D54-D68D-4E2B-BE8E-715DB2C6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Consumo do orçamento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86E9-320B-41E5-887B-96D795BF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Veja realizado, restante e percentual consumido, com indicação de atenção e excesso.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E0A8-519C-4103-80F7-D5E97E1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Próximo mês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D183A-2884-40FD-8021-77AF47E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Copie o planejamento anterior sem substituir limites que já existem no mês de destino.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3736E-0475-4393-8854-6E1E1477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10</a:t>
            </a:r>
          </a:p>
        </p:txBody>
      </p:sp>
    </p:spTree>
    <p:extLst>
      <p:ext uri="{BB962C8B-B14F-4D97-AF65-F5344CB8AC3E}">
        <p14:creationId xmlns:p14="http://schemas.microsoft.com/office/powerpoint/2010/main" val="382738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3FD6A-A965-4850-8F79-0019E08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Visão geral e análises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7307F-45D1-4026-99A0-3596FF3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Resumo do mês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9CE16-E4FC-4737-AEE4-567FBDC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Consulte saldo, receitas, despesas, resultado, pendências, faturas e orçamento.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5758E-6794-434F-B0E7-C20BAB1B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Previsão de 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C07E2-ADC4-4E5D-9636-7C18E0B5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Veja a projeção até o fim do mês com os registros existentes. Recorrências ainda não geradas ficam de fora.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24E6F-9528-4B15-9C1C-3BB0437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Entendimento dos gastos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5D263-948D-4A45-B02D-61820A2F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Analise por categoria, conta, cartão, meio de pagamento ou mês. Compare períodos e maiores despesas.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527C8-7D1E-47D3-9D75-76DD7D48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11</a:t>
            </a:r>
          </a:p>
        </p:txBody>
      </p:sp>
    </p:spTree>
    <p:extLst>
      <p:ext uri="{BB962C8B-B14F-4D97-AF65-F5344CB8AC3E}">
        <p14:creationId xmlns:p14="http://schemas.microsoft.com/office/powerpoint/2010/main" val="1426324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A17A6-4BFB-4680-B2C7-3A77911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Consulta e uso no navegador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56B6D-914D-4E0A-B66B-2D8AFC4C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Filtros e exportação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9BF23-FC0C-4EF4-B82E-3C325647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Encontre lançamentos e exporte a seleção em CSV para consulta em planilhas.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49157-2716-4A22-8518-B091EBF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Computador e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45DFA-23A5-4E13-ADDB-B3CDAC5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 interface se adapta à largura da tela e oferece temas claro e escuro. O celular precisa acessar o servidor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66728-7A1E-4925-A390-FDBADF6B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Uma rotina sugerida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113AC-60BE-4C7B-921E-184812B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Registre os movimentos, confira contas e faturas e revise o orçamento ao fechar o mês.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D32CA-7801-4EB1-A7B6-FB5F077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12</a:t>
            </a:r>
          </a:p>
        </p:txBody>
      </p:sp>
    </p:spTree>
    <p:extLst>
      <p:ext uri="{BB962C8B-B14F-4D97-AF65-F5344CB8AC3E}">
        <p14:creationId xmlns:p14="http://schemas.microsoft.com/office/powerpoint/2010/main" val="17205863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8A0B2-4770-4A0F-A83A-47DFB912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O que considerar nesta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6940B-5947-4AEA-A281-2AA3BC9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Uso local em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73AE1-6692-4FD9-9D06-8948535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O próximo passo é conferir os números com seus extratos e testar a rotina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D4F27-63C6-4B8A-A6BE-486E702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Limitações atuais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B3F1F-CE0E-419F-80F3-821C024F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Pagamento de fatura confirmado ainda não tem reversão. O orçamento é por categoria, sem limites por subcategoria.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5DEB4-A05F-482C-B62F-2FC6852C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Evolução futura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7C1FD-517A-4647-910C-817DF89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Assinaturas, importação bancária, notificações e compartilhamento familiar ficam para etapas posteriores.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EC76-7520-4051-AF8C-A95FDA7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do usuário    /    13</a:t>
            </a:r>
          </a:p>
        </p:txBody>
      </p:sp>
    </p:spTree>
    <p:extLst>
      <p:ext uri="{BB962C8B-B14F-4D97-AF65-F5344CB8AC3E}">
        <p14:creationId xmlns:p14="http://schemas.microsoft.com/office/powerpoint/2010/main" val="1824037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3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39B52-3832-4744-B0C6-D8E14ADD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Seu primeiro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22F5F-5478-4AC4-A05F-BD1C5AF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Um mês de exemplo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74DFB-BDAE-4EBE-8BA7-542F06F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Cadastre uma conta, uma receita e uma despesa. Depois inclua uma compra parcelada no cartão.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666A9-158D-4159-8960-93270BD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48BF6-FFB6-4FC1-872A-F9E0288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Pague uma fatura e confira o saldo. Experimente transferência, estorno e orçamento.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70398-250E-4782-BC88-F084228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Acesso neste computador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BC83D-9461-4A77-A970-D31E02B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http://localhost:8090/uaimoney-mvp/public/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47E9A-3EEA-4622-8CA4-5898DF0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Guia do usuário    /    14</a:t>
            </a:r>
          </a:p>
        </p:txBody>
      </p:sp>
    </p:spTree>
    <p:extLst>
      <p:ext uri="{BB962C8B-B14F-4D97-AF65-F5344CB8AC3E}">
        <p14:creationId xmlns:p14="http://schemas.microsoft.com/office/powerpoint/2010/main" val="162659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2026-09-22T23:24:46.7150000Z</dcterms:created>
  <dcterms:modified xsi:type="dcterms:W3CDTF">2026-09-22T23:24:46.7150000Z</dcterms:modified>
</coreProperties>
</file>